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69" r:id="rId2"/>
    <p:sldId id="274" r:id="rId3"/>
    <p:sldId id="271" r:id="rId4"/>
    <p:sldId id="273" r:id="rId5"/>
    <p:sldId id="272" r:id="rId6"/>
    <p:sldId id="27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Ctyh4lFF7KwmzsY3HNEaBf5fE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DF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3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4;p1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5331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85;p1"/>
          <p:cNvGrpSpPr/>
          <p:nvPr userDrawn="1"/>
        </p:nvGrpSpPr>
        <p:grpSpPr>
          <a:xfrm>
            <a:off x="10255346" y="5151798"/>
            <a:ext cx="1841871" cy="795603"/>
            <a:chOff x="8598815" y="3695022"/>
            <a:chExt cx="1841871" cy="795603"/>
          </a:xfrm>
        </p:grpSpPr>
        <p:pic>
          <p:nvPicPr>
            <p:cNvPr id="8" name="Google Shape;86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98815" y="3695022"/>
              <a:ext cx="797148" cy="795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87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539752" y="3971258"/>
              <a:ext cx="900934" cy="40632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" name="Google Shape;89;p1"/>
          <p:cNvPicPr preferRelativeResize="0"/>
          <p:nvPr userDrawn="1"/>
        </p:nvPicPr>
        <p:blipFill rotWithShape="1">
          <a:blip r:embed="rId5">
            <a:alphaModFix/>
          </a:blip>
          <a:srcRect r="61136" b="29802"/>
          <a:stretch/>
        </p:blipFill>
        <p:spPr>
          <a:xfrm>
            <a:off x="10372789" y="5957735"/>
            <a:ext cx="1819211" cy="74574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1"/>
          <p:cNvSpPr txBox="1"/>
          <p:nvPr userDrawn="1"/>
        </p:nvSpPr>
        <p:spPr>
          <a:xfrm>
            <a:off x="5175478" y="6378878"/>
            <a:ext cx="519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MBA em</a:t>
            </a:r>
            <a:r>
              <a:rPr lang="pt-BR" sz="2000" dirty="0"/>
              <a:t> </a:t>
            </a:r>
            <a:r>
              <a:rPr lang="pt-BR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Inteligência Artificial</a:t>
            </a:r>
            <a:r>
              <a:rPr lang="pt-BR" sz="2000" dirty="0"/>
              <a:t> </a:t>
            </a:r>
            <a:r>
              <a:rPr lang="pt-BR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 Big Data</a:t>
            </a:r>
            <a:endParaRPr sz="2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46;p13"/>
          <p:cNvSpPr txBox="1">
            <a:spLocks noGrp="1"/>
          </p:cNvSpPr>
          <p:nvPr>
            <p:ph type="title"/>
          </p:nvPr>
        </p:nvSpPr>
        <p:spPr>
          <a:xfrm>
            <a:off x="6705596" y="365125"/>
            <a:ext cx="525549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bg1"/>
                </a:solidFill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38;p12"/>
          <p:cNvSpPr txBox="1">
            <a:spLocks noGrp="1"/>
          </p:cNvSpPr>
          <p:nvPr>
            <p:ph type="body" idx="1"/>
          </p:nvPr>
        </p:nvSpPr>
        <p:spPr>
          <a:xfrm>
            <a:off x="7509164" y="3700192"/>
            <a:ext cx="4473575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800" b="1">
                <a:solidFill>
                  <a:schemeClr val="bg1"/>
                </a:solidFill>
                <a:latin typeface="+mn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137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userDrawn="1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49443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9549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71500" lvl="0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" panose="05000000000000000000" pitchFamily="2" charset="2"/>
              <a:buChar char="q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" panose="05000000000000000000" pitchFamily="2" charset="2"/>
              <a:buChar char="§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lang="pt-BR" dirty="0"/>
          </a:p>
          <a:p>
            <a:endParaRPr lang="pt-BR" dirty="0"/>
          </a:p>
          <a:p>
            <a:pPr lvl="1"/>
            <a:endParaRPr dirty="0"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1551708" y="6411770"/>
            <a:ext cx="20296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43024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1542472" y="6356350"/>
            <a:ext cx="2038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Wingdings" panose="05000000000000000000" pitchFamily="2" charset="2"/>
              <a:buChar char="q"/>
              <a:defRPr sz="3200">
                <a:latin typeface="+mj-lt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 dirty="0"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+mj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1487054" y="6356350"/>
            <a:ext cx="20943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accent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" panose="05000000000000000000" pitchFamily="2" charset="2"/>
              <a:buChar char="§"/>
              <a:defRPr>
                <a:latin typeface="+mj-l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1459344" y="6356350"/>
            <a:ext cx="21220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accent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" panose="05000000000000000000" pitchFamily="2" charset="2"/>
              <a:buChar char="§"/>
              <a:defRPr>
                <a:latin typeface="+mj-l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579C548-0871-3C93-EA3D-58C77098BA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C469479-6581-D2FF-B92F-74C5A940D63F}"/>
              </a:ext>
            </a:extLst>
          </p:cNvPr>
          <p:cNvSpPr txBox="1"/>
          <p:nvPr userDrawn="1"/>
        </p:nvSpPr>
        <p:spPr>
          <a:xfrm>
            <a:off x="1398983" y="5683942"/>
            <a:ext cx="3479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16 99210.9371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228270-FCBE-C135-BE53-C83760F92F9B}"/>
              </a:ext>
            </a:extLst>
          </p:cNvPr>
          <p:cNvSpPr txBox="1"/>
          <p:nvPr userDrawn="1"/>
        </p:nvSpPr>
        <p:spPr>
          <a:xfrm>
            <a:off x="9504998" y="5683942"/>
            <a:ext cx="1688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mba-iabigdata</a:t>
            </a:r>
            <a:endParaRPr lang="pt-BR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C1D8B5A-B4FB-48E7-4102-E8B3E7068974}"/>
              </a:ext>
            </a:extLst>
          </p:cNvPr>
          <p:cNvSpPr txBox="1"/>
          <p:nvPr userDrawn="1"/>
        </p:nvSpPr>
        <p:spPr>
          <a:xfrm>
            <a:off x="5414904" y="5676212"/>
            <a:ext cx="22811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MBAIABigDataUSP</a:t>
            </a:r>
            <a:endParaRPr lang="pt-BR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5A9D9D0-4DB3-CCD4-56C2-7F8D250779FA}"/>
              </a:ext>
            </a:extLst>
          </p:cNvPr>
          <p:cNvSpPr txBox="1"/>
          <p:nvPr userDrawn="1"/>
        </p:nvSpPr>
        <p:spPr>
          <a:xfrm>
            <a:off x="9504998" y="6018843"/>
            <a:ext cx="16724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mba.iabigdata</a:t>
            </a:r>
            <a:endParaRPr lang="pt-BR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BE5C3BB-4DA7-206E-03AA-D4FA78BD0BAD}"/>
              </a:ext>
            </a:extLst>
          </p:cNvPr>
          <p:cNvSpPr txBox="1"/>
          <p:nvPr userDrawn="1"/>
        </p:nvSpPr>
        <p:spPr>
          <a:xfrm>
            <a:off x="1398983" y="6030226"/>
            <a:ext cx="3479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mba.iabigdata@icmc.usp.br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4114702-E2FD-9CD3-B144-55E89B203218}"/>
              </a:ext>
            </a:extLst>
          </p:cNvPr>
          <p:cNvSpPr txBox="1"/>
          <p:nvPr userDrawn="1"/>
        </p:nvSpPr>
        <p:spPr>
          <a:xfrm>
            <a:off x="5414904" y="6018843"/>
            <a:ext cx="2915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mba.iabigdata.icmc.usp.br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2127C8E-9187-E4C0-2B61-33439AA19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878" y="4294735"/>
            <a:ext cx="1082929" cy="108083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8A71F85-A88E-8DE3-1F48-97046F7293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283" y="4710529"/>
            <a:ext cx="1223923" cy="55198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E75A4CD-E176-282F-2824-D0F3A1D8E1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57" y="5724506"/>
            <a:ext cx="257426" cy="25742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24ECC84-9471-E865-3646-008675DB34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614" y="5717472"/>
            <a:ext cx="236624" cy="23662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54FEEE05-91BB-32B7-4E01-446A8BF7F32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016" y="5752103"/>
            <a:ext cx="262627" cy="18461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C3FD353-96E3-0C9A-D43D-7F8A18A41AE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009" y="6125973"/>
            <a:ext cx="345835" cy="19762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D7AE2A7-A519-CE7A-94B8-B05EB4BD4AE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904" y="6136375"/>
            <a:ext cx="240079" cy="187218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AE64691-E0F6-D526-6F19-B838412B63A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617" y="6092170"/>
            <a:ext cx="231423" cy="231423"/>
          </a:xfrm>
          <a:prstGeom prst="rect">
            <a:avLst/>
          </a:prstGeom>
        </p:spPr>
      </p:pic>
      <p:sp>
        <p:nvSpPr>
          <p:cNvPr id="21" name="Google Shape;46;p13"/>
          <p:cNvSpPr txBox="1">
            <a:spLocks noGrp="1"/>
          </p:cNvSpPr>
          <p:nvPr>
            <p:ph type="title"/>
          </p:nvPr>
        </p:nvSpPr>
        <p:spPr>
          <a:xfrm>
            <a:off x="2798066" y="754337"/>
            <a:ext cx="6845626" cy="2219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bg1"/>
                </a:solidFill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574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1">
                <a:solidFill>
                  <a:srgbClr val="002060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002060"/>
                </a:solidFill>
                <a:latin typeface="+mj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14;p8"/>
          <p:cNvSpPr txBox="1">
            <a:spLocks noGrp="1"/>
          </p:cNvSpPr>
          <p:nvPr>
            <p:ph type="dt" idx="10"/>
          </p:nvPr>
        </p:nvSpPr>
        <p:spPr>
          <a:xfrm>
            <a:off x="2194560" y="6356350"/>
            <a:ext cx="1533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  <p:sp>
        <p:nvSpPr>
          <p:cNvPr id="8" name="Google Shape;15;p8"/>
          <p:cNvSpPr txBox="1">
            <a:spLocks noGrp="1"/>
          </p:cNvSpPr>
          <p:nvPr>
            <p:ph type="ftr" idx="11"/>
          </p:nvPr>
        </p:nvSpPr>
        <p:spPr>
          <a:xfrm>
            <a:off x="4023360" y="6356350"/>
            <a:ext cx="6269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080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98;p5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 flipH="1">
            <a:off x="0" y="2771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1495498" y="6356350"/>
            <a:ext cx="2085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+mj-lt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 dirty="0"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+mj-lt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 dirty="0"/>
          </a:p>
        </p:txBody>
      </p:sp>
      <p:sp>
        <p:nvSpPr>
          <p:cNvPr id="11" name="Google Shape;16;p8"/>
          <p:cNvSpPr txBox="1">
            <a:spLocks/>
          </p:cNvSpPr>
          <p:nvPr userDrawn="1"/>
        </p:nvSpPr>
        <p:spPr>
          <a:xfrm>
            <a:off x="93945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13" name="Google Shape;99;p5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6379" y="6203848"/>
            <a:ext cx="587547" cy="58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0;p5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102181" y="6362870"/>
            <a:ext cx="622626" cy="28080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1" r:id="rId8"/>
    <p:sldLayoutId id="214748366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accent1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406400" algn="l" rtl="0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Wingdings" panose="05000000000000000000" pitchFamily="2" charset="2"/>
        <a:buChar char="q"/>
        <a:defRPr sz="1400" b="0" i="0" u="none" strike="noStrike" cap="none">
          <a:solidFill>
            <a:schemeClr val="accent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XXXXX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Solange Rezende</a:t>
            </a:r>
          </a:p>
        </p:txBody>
      </p:sp>
    </p:spTree>
    <p:extLst>
      <p:ext uri="{BB962C8B-B14F-4D97-AF65-F5344CB8AC3E}">
        <p14:creationId xmlns:p14="http://schemas.microsoft.com/office/powerpoint/2010/main" val="3157778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BFC15A8-57FB-454E-88A3-8FA5315D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seguir alguns exemplos de slides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87939DE-527D-4B74-ABFD-4658551FA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22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589B0-8E05-75F6-8196-2534BB3F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0D8612C-6D39-2BB7-58AE-2584C94D1F33}"/>
              </a:ext>
            </a:extLst>
          </p:cNvPr>
          <p:cNvSpPr txBox="1"/>
          <p:nvPr/>
        </p:nvSpPr>
        <p:spPr>
          <a:xfrm>
            <a:off x="222249" y="383801"/>
            <a:ext cx="117475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solidFill>
                  <a:srgbClr val="0174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 em Inteligência Artificial e </a:t>
            </a:r>
            <a:r>
              <a:rPr lang="pt-BR" sz="4400" b="1" dirty="0" err="1">
                <a:solidFill>
                  <a:srgbClr val="0174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BigData</a:t>
            </a:r>
            <a:endParaRPr lang="pt-BR" sz="4400" b="1" dirty="0">
              <a:solidFill>
                <a:srgbClr val="0174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0A0428D-380C-A718-3DE3-8DDB8C3837EF}"/>
              </a:ext>
            </a:extLst>
          </p:cNvPr>
          <p:cNvSpPr txBox="1"/>
          <p:nvPr/>
        </p:nvSpPr>
        <p:spPr>
          <a:xfrm>
            <a:off x="364067" y="1814175"/>
            <a:ext cx="38523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Especialização</a:t>
            </a:r>
          </a:p>
          <a:p>
            <a:r>
              <a:rPr lang="pt-BR" sz="4400" b="1" dirty="0">
                <a:solidFill>
                  <a:srgbClr val="0174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 online</a:t>
            </a:r>
          </a:p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400 horas</a:t>
            </a:r>
            <a:endParaRPr lang="pt-BR" b="1" dirty="0">
              <a:solidFill>
                <a:srgbClr val="173B6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23D83155-953E-091F-EDA1-A7D024339A74}"/>
              </a:ext>
            </a:extLst>
          </p:cNvPr>
          <p:cNvCxnSpPr>
            <a:cxnSpLocks/>
          </p:cNvCxnSpPr>
          <p:nvPr/>
        </p:nvCxnSpPr>
        <p:spPr>
          <a:xfrm>
            <a:off x="3979333" y="1701800"/>
            <a:ext cx="0" cy="4334933"/>
          </a:xfrm>
          <a:prstGeom prst="line">
            <a:avLst/>
          </a:prstGeom>
          <a:ln w="19050">
            <a:solidFill>
              <a:srgbClr val="E5DF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0659964-1A36-AC99-C75D-990E5E124A4A}"/>
              </a:ext>
            </a:extLst>
          </p:cNvPr>
          <p:cNvSpPr txBox="1"/>
          <p:nvPr/>
        </p:nvSpPr>
        <p:spPr>
          <a:xfrm>
            <a:off x="355601" y="3660833"/>
            <a:ext cx="2899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430 horas com disciplinas opcionais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74E3FE9-8BF0-53E7-5261-9DB5FAF0731A}"/>
              </a:ext>
            </a:extLst>
          </p:cNvPr>
          <p:cNvSpPr txBox="1"/>
          <p:nvPr/>
        </p:nvSpPr>
        <p:spPr>
          <a:xfrm>
            <a:off x="4284134" y="1814174"/>
            <a:ext cx="35221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Criado em 2021 pelo </a:t>
            </a:r>
            <a:r>
              <a:rPr lang="pt-BR" sz="2000" b="1" dirty="0">
                <a:solidFill>
                  <a:srgbClr val="0174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 de Ciências de Computação do ICMC/USP </a:t>
            </a: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usando como diferencial a habilidade nessas duas áreas</a:t>
            </a:r>
          </a:p>
          <a:p>
            <a:endParaRPr lang="pt-BR" sz="2000" b="1" dirty="0">
              <a:solidFill>
                <a:srgbClr val="173B6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Comissão responsável pela proposta: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Caetano Traina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Moacir Ponti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Roseli Romero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Rudinei Goulart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Solange Rezende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D5D02F1-A9F0-69E8-DA33-5129EB769E01}"/>
              </a:ext>
            </a:extLst>
          </p:cNvPr>
          <p:cNvSpPr txBox="1"/>
          <p:nvPr/>
        </p:nvSpPr>
        <p:spPr>
          <a:xfrm>
            <a:off x="8314268" y="1814173"/>
            <a:ext cx="35221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Motivação</a:t>
            </a:r>
          </a:p>
          <a:p>
            <a:r>
              <a:rPr lang="pt-BR" sz="2000" b="1" dirty="0">
                <a:solidFill>
                  <a:srgbClr val="0174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Demanda do Mercado </a:t>
            </a: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profissionais bem qualificados</a:t>
            </a:r>
          </a:p>
          <a:p>
            <a:endParaRPr lang="pt-BR" sz="2000" b="1" dirty="0">
              <a:solidFill>
                <a:srgbClr val="173B6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FEBEFE5B-A978-7F56-D782-BD35B8B06018}"/>
              </a:ext>
            </a:extLst>
          </p:cNvPr>
          <p:cNvCxnSpPr>
            <a:cxnSpLocks/>
          </p:cNvCxnSpPr>
          <p:nvPr/>
        </p:nvCxnSpPr>
        <p:spPr>
          <a:xfrm>
            <a:off x="8017933" y="1701800"/>
            <a:ext cx="0" cy="4334933"/>
          </a:xfrm>
          <a:prstGeom prst="line">
            <a:avLst/>
          </a:prstGeom>
          <a:ln w="19050">
            <a:solidFill>
              <a:srgbClr val="E5DF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55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5336FEE-8EF8-6144-F23B-626C9D26E999}"/>
              </a:ext>
            </a:extLst>
          </p:cNvPr>
          <p:cNvSpPr txBox="1"/>
          <p:nvPr/>
        </p:nvSpPr>
        <p:spPr>
          <a:xfrm>
            <a:off x="222249" y="383801"/>
            <a:ext cx="117475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solidFill>
                  <a:srgbClr val="0174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Coordenação e Comitê Gestor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7CBBDA2-00BE-9BB7-0948-65021B18ADE9}"/>
              </a:ext>
            </a:extLst>
          </p:cNvPr>
          <p:cNvSpPr/>
          <p:nvPr/>
        </p:nvSpPr>
        <p:spPr>
          <a:xfrm>
            <a:off x="516467" y="1540933"/>
            <a:ext cx="1905000" cy="190500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C82678D-11CC-EC90-020C-941F5EFE768C}"/>
              </a:ext>
            </a:extLst>
          </p:cNvPr>
          <p:cNvSpPr/>
          <p:nvPr/>
        </p:nvSpPr>
        <p:spPr>
          <a:xfrm>
            <a:off x="516467" y="3678587"/>
            <a:ext cx="1905000" cy="19050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D8BB455-82C4-8B9E-3177-870674A23816}"/>
              </a:ext>
            </a:extLst>
          </p:cNvPr>
          <p:cNvSpPr txBox="1"/>
          <p:nvPr/>
        </p:nvSpPr>
        <p:spPr>
          <a:xfrm>
            <a:off x="2523067" y="2170267"/>
            <a:ext cx="2091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Solange Rezende</a:t>
            </a:r>
          </a:p>
          <a:p>
            <a:r>
              <a:rPr lang="pt-BR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Coordenadora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E57011-37E0-2E6C-225D-2FF7BF0D7C42}"/>
              </a:ext>
            </a:extLst>
          </p:cNvPr>
          <p:cNvSpPr txBox="1"/>
          <p:nvPr/>
        </p:nvSpPr>
        <p:spPr>
          <a:xfrm>
            <a:off x="2523067" y="4307921"/>
            <a:ext cx="2260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Roseli Romero</a:t>
            </a:r>
          </a:p>
          <a:p>
            <a:r>
              <a:rPr lang="pt-BR" dirty="0" err="1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Vice-Coordenadora</a:t>
            </a:r>
            <a:endParaRPr lang="pt-BR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3D801AF-7098-88D9-53D1-E826825C9977}"/>
              </a:ext>
            </a:extLst>
          </p:cNvPr>
          <p:cNvSpPr/>
          <p:nvPr/>
        </p:nvSpPr>
        <p:spPr>
          <a:xfrm>
            <a:off x="5139268" y="1608665"/>
            <a:ext cx="1227666" cy="1227666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37091AA-70CA-794F-4935-CC4B4504CA75}"/>
              </a:ext>
            </a:extLst>
          </p:cNvPr>
          <p:cNvSpPr/>
          <p:nvPr/>
        </p:nvSpPr>
        <p:spPr>
          <a:xfrm>
            <a:off x="5168901" y="3426198"/>
            <a:ext cx="1227666" cy="1227666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D6F58D1-E96C-F44C-13D8-4E4EC1D06FDA}"/>
              </a:ext>
            </a:extLst>
          </p:cNvPr>
          <p:cNvSpPr/>
          <p:nvPr/>
        </p:nvSpPr>
        <p:spPr>
          <a:xfrm>
            <a:off x="8470902" y="1608665"/>
            <a:ext cx="1227666" cy="1227666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F3FE81C-59C6-AABD-0CE4-2F067714DDF6}"/>
              </a:ext>
            </a:extLst>
          </p:cNvPr>
          <p:cNvSpPr/>
          <p:nvPr/>
        </p:nvSpPr>
        <p:spPr>
          <a:xfrm>
            <a:off x="8500535" y="3426198"/>
            <a:ext cx="1227666" cy="1227666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3B57A25-A9BA-949B-2122-9835A8099830}"/>
              </a:ext>
            </a:extLst>
          </p:cNvPr>
          <p:cNvSpPr txBox="1"/>
          <p:nvPr/>
        </p:nvSpPr>
        <p:spPr>
          <a:xfrm>
            <a:off x="6396567" y="1899332"/>
            <a:ext cx="168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Caetano Traina Júnior</a:t>
            </a:r>
            <a:endParaRPr lang="pt-BR" sz="12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970E092-6CDD-3D09-3AE2-001378D4CD95}"/>
              </a:ext>
            </a:extLst>
          </p:cNvPr>
          <p:cNvSpPr txBox="1"/>
          <p:nvPr/>
        </p:nvSpPr>
        <p:spPr>
          <a:xfrm>
            <a:off x="6426201" y="3724412"/>
            <a:ext cx="1689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José Fernando Rodrigues Júnior</a:t>
            </a:r>
            <a:endParaRPr lang="pt-BR" sz="1200" b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CC4679A-1F39-0765-8E7F-E562684888EA}"/>
              </a:ext>
            </a:extLst>
          </p:cNvPr>
          <p:cNvSpPr txBox="1"/>
          <p:nvPr/>
        </p:nvSpPr>
        <p:spPr>
          <a:xfrm>
            <a:off x="9728201" y="1958020"/>
            <a:ext cx="1507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Rudinei </a:t>
            </a:r>
            <a:r>
              <a:rPr lang="pt-BR" sz="1200" b="1" dirty="0" err="1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Goularte</a:t>
            </a:r>
            <a:endParaRPr lang="pt-BR" sz="1200" b="1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D570640-80E4-693D-C900-1478B199AECF}"/>
              </a:ext>
            </a:extLst>
          </p:cNvPr>
          <p:cNvSpPr txBox="1"/>
          <p:nvPr/>
        </p:nvSpPr>
        <p:spPr>
          <a:xfrm>
            <a:off x="9757835" y="3724411"/>
            <a:ext cx="2002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Thiago Alexandre Salgueiro Pardo</a:t>
            </a:r>
            <a:endParaRPr lang="pt-BR" sz="1200" b="1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D82FBB0-933E-7D48-F27B-E4BF7930461F}"/>
              </a:ext>
            </a:extLst>
          </p:cNvPr>
          <p:cNvSpPr/>
          <p:nvPr/>
        </p:nvSpPr>
        <p:spPr>
          <a:xfrm>
            <a:off x="5139268" y="5243731"/>
            <a:ext cx="1227666" cy="1227666"/>
          </a:xfrm>
          <a:prstGeom prst="ellipse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3FCB8D7-E789-707C-4D4A-92A2B301F70F}"/>
              </a:ext>
            </a:extLst>
          </p:cNvPr>
          <p:cNvSpPr txBox="1"/>
          <p:nvPr/>
        </p:nvSpPr>
        <p:spPr>
          <a:xfrm>
            <a:off x="6396568" y="5637626"/>
            <a:ext cx="168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Ricardo </a:t>
            </a:r>
            <a:r>
              <a:rPr lang="pt-BR" sz="1200" b="1" dirty="0" err="1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Marcacini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94535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E8C0B6E-B0AA-5427-AA6B-DA6DD9CCD126}"/>
              </a:ext>
            </a:extLst>
          </p:cNvPr>
          <p:cNvSpPr txBox="1"/>
          <p:nvPr/>
        </p:nvSpPr>
        <p:spPr>
          <a:xfrm>
            <a:off x="2110908" y="681776"/>
            <a:ext cx="755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174BE"/>
                </a:solidFill>
                <a:latin typeface="Nasalization Rg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984AD3-4012-B7D2-A6EB-AFA379EE576A}"/>
              </a:ext>
            </a:extLst>
          </p:cNvPr>
          <p:cNvSpPr txBox="1"/>
          <p:nvPr/>
        </p:nvSpPr>
        <p:spPr>
          <a:xfrm>
            <a:off x="2639116" y="764886"/>
            <a:ext cx="30284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Coordenação e Vice Coordenação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E70A932-ADE7-30D2-C218-F9551A3B5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116" y="1072664"/>
            <a:ext cx="3249745" cy="20622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7D93B09-0E8A-1C04-8D90-82E940F6F654}"/>
              </a:ext>
            </a:extLst>
          </p:cNvPr>
          <p:cNvSpPr txBox="1"/>
          <p:nvPr/>
        </p:nvSpPr>
        <p:spPr>
          <a:xfrm>
            <a:off x="8657818" y="1356088"/>
            <a:ext cx="755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174BE"/>
                </a:solidFill>
                <a:latin typeface="Nasalization Rg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06B09BC-9E41-5338-34D9-E260930E4056}"/>
              </a:ext>
            </a:extLst>
          </p:cNvPr>
          <p:cNvSpPr txBox="1"/>
          <p:nvPr/>
        </p:nvSpPr>
        <p:spPr>
          <a:xfrm>
            <a:off x="7326218" y="1488161"/>
            <a:ext cx="1343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Comitê Gestor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6CA6D22-8B56-6E7D-A39C-746AC3505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03425" y="1771233"/>
            <a:ext cx="1766202" cy="22044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67F5D7A-0826-C6E4-9AA8-F0AB6624C294}"/>
              </a:ext>
            </a:extLst>
          </p:cNvPr>
          <p:cNvSpPr txBox="1"/>
          <p:nvPr/>
        </p:nvSpPr>
        <p:spPr>
          <a:xfrm>
            <a:off x="490936" y="2157571"/>
            <a:ext cx="1785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174BE"/>
                </a:solidFill>
                <a:latin typeface="Nasalization Rg" panose="020B0604020202020204" pitchFamily="34" charset="0"/>
                <a:cs typeface="Arial" panose="020B0604020202020204" pitchFamily="34" charset="0"/>
              </a:rPr>
              <a:t>25/38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5B3230-6B1D-256C-2C1A-CAADB617E156}"/>
              </a:ext>
            </a:extLst>
          </p:cNvPr>
          <p:cNvSpPr txBox="1"/>
          <p:nvPr/>
        </p:nvSpPr>
        <p:spPr>
          <a:xfrm>
            <a:off x="2271726" y="2274752"/>
            <a:ext cx="1968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Professores e Tutores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81A447A-ED32-9544-3D12-743BD4DAD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510" y="2575961"/>
            <a:ext cx="2711709" cy="22794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E3D1DFF-D9CA-5EF0-DC24-084348E61C82}"/>
              </a:ext>
            </a:extLst>
          </p:cNvPr>
          <p:cNvSpPr txBox="1"/>
          <p:nvPr/>
        </p:nvSpPr>
        <p:spPr>
          <a:xfrm>
            <a:off x="9540919" y="2734987"/>
            <a:ext cx="2290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174BE"/>
                </a:solidFill>
                <a:latin typeface="Nasalization Rg" panose="020B0604020202020204" pitchFamily="34" charset="0"/>
                <a:cs typeface="Arial" panose="020B0604020202020204" pitchFamily="34" charset="0"/>
              </a:rPr>
              <a:t>+ de 50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F913CD0-215A-4A10-A7FD-E2DB90EE7D59}"/>
              </a:ext>
            </a:extLst>
          </p:cNvPr>
          <p:cNvSpPr txBox="1"/>
          <p:nvPr/>
        </p:nvSpPr>
        <p:spPr>
          <a:xfrm>
            <a:off x="8209319" y="2867060"/>
            <a:ext cx="1343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Orientadores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50ECD69-FC52-28C8-941B-AEF8B739F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86526" y="3150132"/>
            <a:ext cx="1766202" cy="22044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30E8F29C-54F5-B1B8-427C-7A87BD66BF11}"/>
              </a:ext>
            </a:extLst>
          </p:cNvPr>
          <p:cNvSpPr txBox="1"/>
          <p:nvPr/>
        </p:nvSpPr>
        <p:spPr>
          <a:xfrm>
            <a:off x="613126" y="3847401"/>
            <a:ext cx="543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174BE"/>
                </a:solidFill>
                <a:latin typeface="Nasalization Rg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007F207-4ED9-4F34-6843-9ACFFE3ACE08}"/>
              </a:ext>
            </a:extLst>
          </p:cNvPr>
          <p:cNvSpPr txBox="1"/>
          <p:nvPr/>
        </p:nvSpPr>
        <p:spPr>
          <a:xfrm>
            <a:off x="1190548" y="3964582"/>
            <a:ext cx="1968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 de Apoio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19079CC7-9FDA-B9C1-C9BF-F008084BAD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332" y="4265791"/>
            <a:ext cx="2711709" cy="22794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E473A0D4-35FD-D731-AEC2-212B82C91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474" y="1047100"/>
            <a:ext cx="4913859" cy="537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5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solange@icmc.usp.br</a:t>
            </a:r>
          </a:p>
        </p:txBody>
      </p:sp>
    </p:spTree>
    <p:extLst>
      <p:ext uri="{BB962C8B-B14F-4D97-AF65-F5344CB8AC3E}">
        <p14:creationId xmlns:p14="http://schemas.microsoft.com/office/powerpoint/2010/main" val="37409904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129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Nasalization Rg</vt:lpstr>
      <vt:lpstr>Wingdings</vt:lpstr>
      <vt:lpstr>Tema do Office</vt:lpstr>
      <vt:lpstr>XXXXX</vt:lpstr>
      <vt:lpstr>A seguir alguns exemplos de slides</vt:lpstr>
      <vt:lpstr>Apresentação do PowerPoint</vt:lpstr>
      <vt:lpstr>Apresentação do PowerPoint</vt:lpstr>
      <vt:lpstr>Apresentação do PowerPoint</vt:lpstr>
      <vt:lpstr>solange@icmc.usp.br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Agência Filomena</dc:creator>
  <cp:lastModifiedBy>Solange</cp:lastModifiedBy>
  <cp:revision>10</cp:revision>
  <dcterms:created xsi:type="dcterms:W3CDTF">2024-02-06T20:41:16Z</dcterms:created>
  <dcterms:modified xsi:type="dcterms:W3CDTF">2024-03-08T21:00:23Z</dcterms:modified>
</cp:coreProperties>
</file>